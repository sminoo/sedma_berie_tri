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7" r:id="rId4"/>
    <p:sldId id="259" r:id="rId5"/>
    <p:sldId id="268" r:id="rId6"/>
    <p:sldId id="277" r:id="rId7"/>
    <p:sldId id="269" r:id="rId8"/>
    <p:sldId id="270" r:id="rId9"/>
    <p:sldId id="271" r:id="rId10"/>
    <p:sldId id="273" r:id="rId11"/>
    <p:sldId id="274" r:id="rId12"/>
    <p:sldId id="275" r:id="rId13"/>
    <p:sldId id="278" r:id="rId14"/>
    <p:sldId id="279" r:id="rId15"/>
    <p:sldId id="265" r:id="rId16"/>
    <p:sldId id="276" r:id="rId17"/>
    <p:sldId id="266" r:id="rId18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gr. Ján Vavrek" initials="MJV" lastIdx="4" clrIdx="0">
    <p:extLst>
      <p:ext uri="{19B8F6BF-5375-455C-9EA6-DF929625EA0E}">
        <p15:presenceInfo xmlns:p15="http://schemas.microsoft.com/office/powerpoint/2012/main" userId="Mgr. Ján Vavre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62" autoAdjust="0"/>
    <p:restoredTop sz="94660"/>
  </p:normalViewPr>
  <p:slideViewPr>
    <p:cSldViewPr snapToGrid="0">
      <p:cViewPr varScale="1">
        <p:scale>
          <a:sx n="82" d="100"/>
          <a:sy n="82" d="100"/>
        </p:scale>
        <p:origin x="58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2CD322C-5723-4C00-8464-749C24E9C5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C7DA8594-BF3A-428D-93B0-D301516908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96FB36FD-182B-4C27-AEEC-9F645A2CC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7F2D5-49DA-4868-8E86-9C375FBA7C31}" type="datetimeFigureOut">
              <a:rPr lang="sk-SK" smtClean="0"/>
              <a:t>10. 5. 2026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87671830-F1AA-4E4C-93F1-131E4E597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52D56B64-53A0-47C8-903A-C0E24E458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B294E-C699-4767-99BB-D247414325A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088235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F7DBE8C-7B76-4636-9A4F-BF75ACD17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676F172-50AC-4F36-8637-E11760581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A9EE7D94-22D5-4143-B0CC-8D07FB24D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7F2D5-49DA-4868-8E86-9C375FBA7C31}" type="datetimeFigureOut">
              <a:rPr lang="sk-SK" smtClean="0"/>
              <a:t>10. 5. 2026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4B7F99A2-3CD6-4F87-9C3C-699064B1F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852B905-2865-4E77-B0FA-A2D47D2BC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B294E-C699-4767-99BB-D247414325A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843931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4AC315-47D7-4E06-85E2-1FADDC093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E8B6A5D-CC99-4459-AE35-D49B53D312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03C3D624-8DA9-4543-AE3F-5210CE90D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7F2D5-49DA-4868-8E86-9C375FBA7C31}" type="datetimeFigureOut">
              <a:rPr lang="sk-SK" smtClean="0"/>
              <a:t>10. 5. 2026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6DDDDAA3-D106-4E7E-B19F-619612071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556879D5-1B5D-45A2-A85B-1F55082F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B294E-C699-4767-99BB-D247414325A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91538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A528B16-D133-404C-B1A9-57C7E806E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F478F54-39AA-442A-B103-9A1A10B759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E5EBB9C1-4E52-49EB-A477-800DE9284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5E98DC46-98FD-4668-BE7F-FA094CA18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7F2D5-49DA-4868-8E86-9C375FBA7C31}" type="datetimeFigureOut">
              <a:rPr lang="sk-SK" smtClean="0"/>
              <a:t>10. 5. 2026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71F5C539-B9D6-4AE0-84A1-9C60A8DD6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408017A2-0F3E-4234-80CD-08D9B039A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B294E-C699-4767-99BB-D247414325A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2455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EA27838-DFCE-441D-A0E5-2CD526EA9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D5ED2B0-B071-46C9-A5FA-BF6408891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C2225014-AC00-499C-97E4-A64323DA23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9E9EAB7D-FED9-44D2-AA6D-DA4E645E89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99D420EB-735F-4BBA-A28E-CF8516DB17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objekt pre dátum 6">
            <a:extLst>
              <a:ext uri="{FF2B5EF4-FFF2-40B4-BE49-F238E27FC236}">
                <a16:creationId xmlns:a16="http://schemas.microsoft.com/office/drawing/2014/main" id="{B88A7627-9486-4B1A-AAA7-022ABB548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7F2D5-49DA-4868-8E86-9C375FBA7C31}" type="datetimeFigureOut">
              <a:rPr lang="sk-SK" smtClean="0"/>
              <a:t>10. 5. 2026</a:t>
            </a:fld>
            <a:endParaRPr lang="sk-SK"/>
          </a:p>
        </p:txBody>
      </p:sp>
      <p:sp>
        <p:nvSpPr>
          <p:cNvPr id="8" name="Zástupný objekt pre pätu 7">
            <a:extLst>
              <a:ext uri="{FF2B5EF4-FFF2-40B4-BE49-F238E27FC236}">
                <a16:creationId xmlns:a16="http://schemas.microsoft.com/office/drawing/2014/main" id="{A57E9E05-244C-45DC-9E9D-4100E2DC0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898C380D-2382-48D3-BA02-879D89DE2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B294E-C699-4767-99BB-D247414325A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186190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24143AD-9535-40E2-8E4A-4BCAFB855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12D5ED8D-25BA-41F2-B501-6C7B1FADC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7F2D5-49DA-4868-8E86-9C375FBA7C31}" type="datetimeFigureOut">
              <a:rPr lang="sk-SK" smtClean="0"/>
              <a:t>10. 5. 2026</a:t>
            </a:fld>
            <a:endParaRPr lang="sk-SK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DF670F29-07D7-466B-B46B-9F0D16A98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F2E2364B-9096-4FDD-BE36-0294D375B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B294E-C699-4767-99BB-D247414325A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483766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dátum 1">
            <a:extLst>
              <a:ext uri="{FF2B5EF4-FFF2-40B4-BE49-F238E27FC236}">
                <a16:creationId xmlns:a16="http://schemas.microsoft.com/office/drawing/2014/main" id="{576CD538-7843-48AB-A5BC-966D03C2C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7F2D5-49DA-4868-8E86-9C375FBA7C31}" type="datetimeFigureOut">
              <a:rPr lang="sk-SK" smtClean="0"/>
              <a:t>10. 5. 2026</a:t>
            </a:fld>
            <a:endParaRPr lang="sk-SK"/>
          </a:p>
        </p:txBody>
      </p:sp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8B9BA0CC-C552-4999-8754-50ADE6C1A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3771D51A-6D72-40B5-8A5A-4D22F2D00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B294E-C699-4767-99BB-D247414325A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59592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0FD94FF-67DE-43D7-BC05-F75D39FD0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34AE50D-792A-44A0-A1E2-24F1485E6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A47283AB-1527-4E56-95C0-F9F6211969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30D46D39-E003-4DED-9F97-293578057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7F2D5-49DA-4868-8E86-9C375FBA7C31}" type="datetimeFigureOut">
              <a:rPr lang="sk-SK" smtClean="0"/>
              <a:t>10. 5. 2026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16C1F994-EC26-4EA9-AF57-AFEA30FA5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49BB9CFE-A2EE-449F-B719-60C273BE2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B294E-C699-4767-99BB-D247414325A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44295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085EE17-3064-4A6D-8910-CD86B8FAE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rázok 2">
            <a:extLst>
              <a:ext uri="{FF2B5EF4-FFF2-40B4-BE49-F238E27FC236}">
                <a16:creationId xmlns:a16="http://schemas.microsoft.com/office/drawing/2014/main" id="{F7CB77E9-1C2D-47A7-B8D7-131EA6F77A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0C046CF0-3D0B-4C8E-8905-2029DEB719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EC7F60BD-89AF-4A98-B5E9-A4D7AA0FA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7F2D5-49DA-4868-8E86-9C375FBA7C31}" type="datetimeFigureOut">
              <a:rPr lang="sk-SK" smtClean="0"/>
              <a:t>10. 5. 2026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749DA911-1621-4823-81EA-8895FC894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69B436F9-D9F6-4C7E-A3D1-B35C24B92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B294E-C699-4767-99BB-D247414325A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76216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D4542BF-7AFF-41FE-9887-742360368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6195F06E-A30D-4CA5-8900-42C90CBD95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6634AD27-8857-4E3D-919C-A6F19336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7F2D5-49DA-4868-8E86-9C375FBA7C31}" type="datetimeFigureOut">
              <a:rPr lang="sk-SK" smtClean="0"/>
              <a:t>10. 5. 2026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47E26A70-EC63-4168-98CE-F4B39D6C1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E7F72BFD-0B11-49BD-A6B0-82249CC03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B294E-C699-4767-99BB-D247414325A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80284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>
            <a:extLst>
              <a:ext uri="{FF2B5EF4-FFF2-40B4-BE49-F238E27FC236}">
                <a16:creationId xmlns:a16="http://schemas.microsoft.com/office/drawing/2014/main" id="{03239413-DE3B-40B5-8EE0-651BB0AB32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665B0305-5E0F-496B-8B6C-79196141F6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ADB6A7AE-678D-40A5-8C0E-F75A4CD6F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7F2D5-49DA-4868-8E86-9C375FBA7C31}" type="datetimeFigureOut">
              <a:rPr lang="sk-SK" smtClean="0"/>
              <a:t>10. 5. 2026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124CB4D8-8D03-42F5-A8BF-D6008735B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C4C1BC2C-E44D-4C38-B854-5940FE0A6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B294E-C699-4767-99BB-D247414325A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56430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nadpis 1">
            <a:extLst>
              <a:ext uri="{FF2B5EF4-FFF2-40B4-BE49-F238E27FC236}">
                <a16:creationId xmlns:a16="http://schemas.microsoft.com/office/drawing/2014/main" id="{9AC07F0C-F72C-4869-869A-4A688226D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C971E01-B47B-48C2-BBF4-A35F08801A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5190139C-B561-49A3-89BC-E7B9391999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57F2D5-49DA-4868-8E86-9C375FBA7C31}" type="datetimeFigureOut">
              <a:rPr lang="sk-SK" smtClean="0"/>
              <a:t>10. 5. 2026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9564D8F5-91F5-4666-B1A3-7705D77F6D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A042B776-0C39-4D44-9C35-9BC1EF75C2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EB294E-C699-4767-99BB-D247414325A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214434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nadpis 2">
            <a:extLst>
              <a:ext uri="{FF2B5EF4-FFF2-40B4-BE49-F238E27FC236}">
                <a16:creationId xmlns:a16="http://schemas.microsoft.com/office/drawing/2014/main" id="{B56E4ABD-FC74-4490-A472-7320D89FD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16438"/>
            <a:ext cx="9144000" cy="1655762"/>
          </a:xfrm>
        </p:spPr>
        <p:txBody>
          <a:bodyPr/>
          <a:lstStyle/>
          <a:p>
            <a:r>
              <a:rPr lang="sk-SK" noProof="0" dirty="0">
                <a:latin typeface="Arial" panose="020B0604020202020204" pitchFamily="34" charset="0"/>
                <a:cs typeface="Arial" panose="020B0604020202020204" pitchFamily="34" charset="0"/>
              </a:rPr>
              <a:t>Autor: Šimon Šrobár</a:t>
            </a:r>
          </a:p>
          <a:p>
            <a:r>
              <a:rPr lang="sk-SK" noProof="0" dirty="0">
                <a:latin typeface="Arial" panose="020B0604020202020204" pitchFamily="34" charset="0"/>
                <a:cs typeface="Arial" panose="020B0604020202020204" pitchFamily="34" charset="0"/>
              </a:rPr>
              <a:t>Konzultant: Ing. Mária </a:t>
            </a:r>
            <a:r>
              <a:rPr lang="sk-SK" noProof="0" dirty="0" err="1">
                <a:latin typeface="Arial" panose="020B0604020202020204" pitchFamily="34" charset="0"/>
                <a:cs typeface="Arial" panose="020B0604020202020204" pitchFamily="34" charset="0"/>
              </a:rPr>
              <a:t>Hedvigová</a:t>
            </a:r>
            <a:endParaRPr lang="sk-SK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0A2DA7EC-A698-DF7E-7AB0-9C47E51BBF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34911"/>
            <a:ext cx="9144000" cy="3232036"/>
          </a:xfrm>
        </p:spPr>
        <p:txBody>
          <a:bodyPr>
            <a:normAutofit/>
          </a:bodyPr>
          <a:lstStyle/>
          <a:p>
            <a:r>
              <a:rPr lang="sk-SK" noProof="0" dirty="0"/>
              <a:t>„Grafická aplikácia sieťovej hry“</a:t>
            </a:r>
            <a:br>
              <a:rPr lang="sk-SK" noProof="0" dirty="0"/>
            </a:br>
            <a:br>
              <a:rPr lang="sk-SK" noProof="0" dirty="0"/>
            </a:br>
            <a:r>
              <a:rPr lang="sk-SK" sz="4000" noProof="0" dirty="0"/>
              <a:t>Praktická časť odbornej zložky MS</a:t>
            </a:r>
          </a:p>
        </p:txBody>
      </p:sp>
    </p:spTree>
    <p:extLst>
      <p:ext uri="{BB962C8B-B14F-4D97-AF65-F5344CB8AC3E}">
        <p14:creationId xmlns:p14="http://schemas.microsoft.com/office/powerpoint/2010/main" val="3902395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2DBE7FF-B30D-48D3-B25D-49BDF08DB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noProof="0" dirty="0">
                <a:latin typeface="Arial" panose="020B0604020202020204" pitchFamily="34" charset="0"/>
                <a:cs typeface="Arial" panose="020B0604020202020204" pitchFamily="34" charset="0"/>
              </a:rPr>
              <a:t>O čom je tento projekt?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D8612DC-1BF3-4CE6-9DF8-BE63AA937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noProof="0" dirty="0"/>
              <a:t>Kartová hra (Sedma berie tri) v digitálnej podobe</a:t>
            </a:r>
          </a:p>
          <a:p>
            <a:r>
              <a:rPr lang="sk-SK" noProof="0" dirty="0"/>
              <a:t>Klient-server cez LAN aj verejný server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9AA14B-D2EF-2F5D-084D-5EC52A6487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738" y="2988098"/>
            <a:ext cx="6916524" cy="3654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66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CAFF2891-439B-35FF-A902-CA15AF0C4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noProof="0" dirty="0"/>
              <a:t>Najdôležitejšie aktivity</a:t>
            </a:r>
          </a:p>
        </p:txBody>
      </p:sp>
    </p:spTree>
    <p:extLst>
      <p:ext uri="{BB962C8B-B14F-4D97-AF65-F5344CB8AC3E}">
        <p14:creationId xmlns:p14="http://schemas.microsoft.com/office/powerpoint/2010/main" val="701151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2DBE7FF-B30D-48D3-B25D-49BDF08DB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sk-SK" noProof="0" dirty="0">
                <a:latin typeface="Arial" panose="020B0604020202020204" pitchFamily="34" charset="0"/>
                <a:cs typeface="Arial" panose="020B0604020202020204" pitchFamily="34" charset="0"/>
              </a:rPr>
              <a:t>Interakcia používateľa s UI - Klient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D8612DC-1BF3-4CE6-9DF8-BE63AA937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noProof="0" dirty="0"/>
              <a:t>Tlačidlá, vstupy a vykresľovanie cez knižnicu </a:t>
            </a:r>
            <a:r>
              <a:rPr lang="sk-SK" noProof="0" dirty="0" err="1"/>
              <a:t>Pygame</a:t>
            </a:r>
            <a:endParaRPr lang="sk-SK" noProof="0" dirty="0"/>
          </a:p>
          <a:p>
            <a:r>
              <a:rPr lang="sk-SK" noProof="0" dirty="0"/>
              <a:t>Ovládanie myšou</a:t>
            </a:r>
          </a:p>
          <a:p>
            <a:r>
              <a:rPr lang="sk-SK" noProof="0" dirty="0"/>
              <a:t>Karty sa ukladajú </a:t>
            </a:r>
            <a:br>
              <a:rPr lang="sk-SK" noProof="0" dirty="0"/>
            </a:br>
            <a:r>
              <a:rPr lang="sk-SK" noProof="0" dirty="0"/>
              <a:t>do pamäte ako</a:t>
            </a:r>
            <a:br>
              <a:rPr lang="sk-SK" noProof="0" dirty="0"/>
            </a:br>
            <a:r>
              <a:rPr lang="sk-SK" noProof="0" dirty="0" err="1"/>
              <a:t>Pygame</a:t>
            </a:r>
            <a:r>
              <a:rPr lang="sk-SK" noProof="0" dirty="0"/>
              <a:t> </a:t>
            </a:r>
            <a:r>
              <a:rPr lang="sk-SK" noProof="0" dirty="0" err="1"/>
              <a:t>Sprite</a:t>
            </a:r>
            <a:r>
              <a:rPr lang="sk-SK" noProof="0" dirty="0"/>
              <a:t>-y</a:t>
            </a:r>
          </a:p>
          <a:p>
            <a:r>
              <a:rPr lang="sk-SK" noProof="0" dirty="0"/>
              <a:t>LAN server je spustiteľný</a:t>
            </a:r>
            <a:br>
              <a:rPr lang="sk-SK" noProof="0" dirty="0"/>
            </a:br>
            <a:r>
              <a:rPr lang="sk-SK" noProof="0" dirty="0"/>
              <a:t>priamo z klienta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717C34-3002-8131-8441-B58D9FA47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765" y="2806601"/>
            <a:ext cx="6632027" cy="350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501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2DBE7FF-B30D-48D3-B25D-49BDF08DB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noProof="0" dirty="0">
                <a:latin typeface="Arial" panose="020B0604020202020204" pitchFamily="34" charset="0"/>
                <a:cs typeface="Arial" panose="020B0604020202020204" pitchFamily="34" charset="0"/>
              </a:rPr>
              <a:t>Sieťová komunikácia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D8612DC-1BF3-4CE6-9DF8-BE63AA937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noProof="0" dirty="0"/>
              <a:t>TCP komunikácia</a:t>
            </a:r>
          </a:p>
          <a:p>
            <a:r>
              <a:rPr lang="sk-SK" noProof="0" dirty="0"/>
              <a:t>JSON správy – (4B + komprimované dáta)</a:t>
            </a:r>
          </a:p>
          <a:p>
            <a:r>
              <a:rPr lang="sk-SK" noProof="0" dirty="0"/>
              <a:t>Server asynchrónna komunikácia (modul </a:t>
            </a:r>
            <a:r>
              <a:rPr lang="sk-SK" noProof="0" dirty="0" err="1"/>
              <a:t>selectors</a:t>
            </a:r>
            <a:r>
              <a:rPr lang="sk-SK" noProof="0" dirty="0"/>
              <a:t>)</a:t>
            </a:r>
          </a:p>
          <a:p>
            <a:r>
              <a:rPr lang="sk-SK" noProof="0" dirty="0"/>
              <a:t>Klient má jedno vlákno – počúva správy</a:t>
            </a:r>
          </a:p>
          <a:p>
            <a:r>
              <a:rPr lang="sk-SK" noProof="0" dirty="0"/>
              <a:t>Typy správ: </a:t>
            </a:r>
            <a:r>
              <a:rPr lang="sk-SK" noProof="0" dirty="0" err="1"/>
              <a:t>create_room</a:t>
            </a:r>
            <a:r>
              <a:rPr lang="sk-SK" noProof="0" dirty="0"/>
              <a:t>, </a:t>
            </a:r>
            <a:r>
              <a:rPr lang="sk-SK" noProof="0" dirty="0" err="1"/>
              <a:t>gs</a:t>
            </a:r>
            <a:r>
              <a:rPr lang="sk-SK" noProof="0" dirty="0"/>
              <a:t> (game state), go (game over), …</a:t>
            </a:r>
          </a:p>
        </p:txBody>
      </p:sp>
    </p:spTree>
    <p:extLst>
      <p:ext uri="{BB962C8B-B14F-4D97-AF65-F5344CB8AC3E}">
        <p14:creationId xmlns:p14="http://schemas.microsoft.com/office/powerpoint/2010/main" val="1765636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7F673-BD9E-0E37-64AA-4C885F8BC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noProof="0" dirty="0"/>
              <a:t>Herná logika -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16FC3-BAAF-A4E7-DD0B-41447FF32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noProof="0" dirty="0"/>
              <a:t>Validáciu ťahov </a:t>
            </a:r>
            <a:r>
              <a:rPr lang="sk-SK" noProof="0" dirty="0" err="1"/>
              <a:t>odhadzovací</a:t>
            </a:r>
            <a:r>
              <a:rPr lang="sk-SK" noProof="0" dirty="0"/>
              <a:t> aj ťahací balík rieši server</a:t>
            </a:r>
          </a:p>
          <a:p>
            <a:r>
              <a:rPr lang="sk-SK" noProof="0" dirty="0"/>
              <a:t>Viacero herných miestností</a:t>
            </a:r>
          </a:p>
          <a:p>
            <a:r>
              <a:rPr lang="sk-SK" noProof="0" dirty="0"/>
              <a:t>Pripájanie/odpájanie hráčov</a:t>
            </a:r>
          </a:p>
          <a:p>
            <a:r>
              <a:rPr lang="sk-SK" noProof="0" dirty="0"/>
              <a:t>Turnajový režim</a:t>
            </a:r>
          </a:p>
          <a:p>
            <a:r>
              <a:rPr lang="sk-SK" noProof="0" dirty="0"/>
              <a:t>Špeciálne karty (Eso, sedma, …)</a:t>
            </a:r>
          </a:p>
          <a:p>
            <a:endParaRPr lang="sk-SK" noProof="0" dirty="0"/>
          </a:p>
        </p:txBody>
      </p:sp>
    </p:spTree>
    <p:extLst>
      <p:ext uri="{BB962C8B-B14F-4D97-AF65-F5344CB8AC3E}">
        <p14:creationId xmlns:p14="http://schemas.microsoft.com/office/powerpoint/2010/main" val="1305913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CAFF2891-439B-35FF-A902-CA15AF0C4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noProof="0" dirty="0"/>
              <a:t>Prínosy práce</a:t>
            </a:r>
          </a:p>
        </p:txBody>
      </p:sp>
    </p:spTree>
    <p:extLst>
      <p:ext uri="{BB962C8B-B14F-4D97-AF65-F5344CB8AC3E}">
        <p14:creationId xmlns:p14="http://schemas.microsoft.com/office/powerpoint/2010/main" val="519829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4A65A31B-C1DE-B6B8-E3CE-393F35AB7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noProof="0" dirty="0"/>
              <a:t>Osobný prínos</a:t>
            </a:r>
          </a:p>
        </p:txBody>
      </p:sp>
      <p:sp>
        <p:nvSpPr>
          <p:cNvPr id="5" name="Zástupný objekt pre obsah 4">
            <a:extLst>
              <a:ext uri="{FF2B5EF4-FFF2-40B4-BE49-F238E27FC236}">
                <a16:creationId xmlns:a16="http://schemas.microsoft.com/office/drawing/2014/main" id="{D3B181F6-73F8-5921-370D-DC4DAB753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noProof="0" dirty="0"/>
              <a:t>Prostredie </a:t>
            </a:r>
            <a:r>
              <a:rPr lang="sk-SK" noProof="0" dirty="0" err="1"/>
              <a:t>Pygame</a:t>
            </a:r>
            <a:endParaRPr lang="sk-SK" noProof="0" dirty="0"/>
          </a:p>
          <a:p>
            <a:r>
              <a:rPr lang="sk-SK" noProof="0" dirty="0"/>
              <a:t>Sieťová komunikácia cez TCP </a:t>
            </a:r>
            <a:r>
              <a:rPr lang="sk-SK" noProof="0" dirty="0" err="1"/>
              <a:t>sockety</a:t>
            </a:r>
            <a:endParaRPr lang="sk-SK" noProof="0" dirty="0"/>
          </a:p>
          <a:p>
            <a:r>
              <a:rPr lang="sk-SK" noProof="0" dirty="0"/>
              <a:t>Nasadenie aplikácie na verejný Oracle </a:t>
            </a:r>
            <a:r>
              <a:rPr lang="sk-SK" noProof="0" dirty="0" err="1"/>
              <a:t>cloud</a:t>
            </a:r>
            <a:r>
              <a:rPr lang="sk-SK" noProof="0" dirty="0"/>
              <a:t> server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6E387A-7068-66A2-9D5D-501720B5D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908" y="3826852"/>
            <a:ext cx="9459645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309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4A65A31B-C1DE-B6B8-E3CE-393F35AB7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noProof="0" dirty="0"/>
              <a:t>Prínos pre používateľa</a:t>
            </a:r>
          </a:p>
        </p:txBody>
      </p:sp>
      <p:sp>
        <p:nvSpPr>
          <p:cNvPr id="5" name="Zástupný objekt pre obsah 4">
            <a:extLst>
              <a:ext uri="{FF2B5EF4-FFF2-40B4-BE49-F238E27FC236}">
                <a16:creationId xmlns:a16="http://schemas.microsoft.com/office/drawing/2014/main" id="{D3B181F6-73F8-5921-370D-DC4DAB753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noProof="0" dirty="0"/>
              <a:t>Zábavná hra pre 2-4 hráčov</a:t>
            </a:r>
          </a:p>
          <a:p>
            <a:r>
              <a:rPr lang="sk-SK" noProof="0" dirty="0"/>
              <a:t>Rýchle pripojenie bez prístupu na internet</a:t>
            </a:r>
          </a:p>
          <a:p>
            <a:r>
              <a:rPr lang="sk-SK" noProof="0" dirty="0"/>
              <a:t>Prispôsobiteľný vzhľad (pozadie, karty)</a:t>
            </a:r>
          </a:p>
          <a:p>
            <a:r>
              <a:rPr lang="sk-SK" noProof="0" dirty="0"/>
              <a:t>Turnajový režim pre súťaživé hranie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AD4DBAC-E470-9A04-4C48-6D3BD0EBA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2894" y="3841566"/>
            <a:ext cx="7409793" cy="293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426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CAFF2891-439B-35FF-A902-CA15AF0C4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noProof="0" dirty="0"/>
              <a:t>Plnenie cieľov projektu</a:t>
            </a:r>
          </a:p>
        </p:txBody>
      </p:sp>
    </p:spTree>
    <p:extLst>
      <p:ext uri="{BB962C8B-B14F-4D97-AF65-F5344CB8AC3E}">
        <p14:creationId xmlns:p14="http://schemas.microsoft.com/office/powerpoint/2010/main" val="179477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2DBE7FF-B30D-48D3-B25D-49BDF08DB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noProof="0" dirty="0">
                <a:latin typeface="Arial" panose="020B0604020202020204" pitchFamily="34" charset="0"/>
                <a:cs typeface="Arial" panose="020B0604020202020204" pitchFamily="34" charset="0"/>
              </a:rPr>
              <a:t>Pripájanie na server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D8612DC-1BF3-4CE6-9DF8-BE63AA937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noProof="0" dirty="0"/>
              <a:t>Cez LAN – server spustiteľný z klienta</a:t>
            </a:r>
          </a:p>
          <a:p>
            <a:r>
              <a:rPr lang="sk-SK" noProof="0" dirty="0"/>
              <a:t>Cez internet – verejne dostupný server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2A8BD8-E337-B35D-608A-AEEE3402EF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9" t="4668" r="644" b="1"/>
          <a:stretch>
            <a:fillRect/>
          </a:stretch>
        </p:blipFill>
        <p:spPr>
          <a:xfrm>
            <a:off x="911772" y="3867807"/>
            <a:ext cx="11041798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506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2DBE7FF-B30D-48D3-B25D-49BDF08DB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noProof="0" dirty="0">
                <a:latin typeface="Arial" panose="020B0604020202020204" pitchFamily="34" charset="0"/>
                <a:cs typeface="Arial" panose="020B0604020202020204" pitchFamily="34" charset="0"/>
              </a:rPr>
              <a:t>Funkčnosť špeciálnych kariet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D8612DC-1BF3-4CE6-9DF8-BE63AA937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noProof="0" dirty="0"/>
              <a:t>Sedma – nasledujúci hráč ťahá 3 karty</a:t>
            </a:r>
          </a:p>
          <a:p>
            <a:r>
              <a:rPr lang="sk-SK" noProof="0" dirty="0"/>
              <a:t>Eso – preskočí nasledujúceho hráča</a:t>
            </a:r>
          </a:p>
          <a:p>
            <a:r>
              <a:rPr lang="sk-SK" noProof="0" dirty="0"/>
              <a:t>Horník – mení farbu</a:t>
            </a:r>
          </a:p>
          <a:p>
            <a:r>
              <a:rPr lang="sk-SK" noProof="0" dirty="0"/>
              <a:t>Zelený dolník – prebije sedmu</a:t>
            </a:r>
          </a:p>
          <a:p>
            <a:r>
              <a:rPr lang="sk-SK" noProof="0" dirty="0"/>
              <a:t>Zahranie viacero kariet s rovnakou hodnotou</a:t>
            </a:r>
          </a:p>
        </p:txBody>
      </p:sp>
    </p:spTree>
    <p:extLst>
      <p:ext uri="{BB962C8B-B14F-4D97-AF65-F5344CB8AC3E}">
        <p14:creationId xmlns:p14="http://schemas.microsoft.com/office/powerpoint/2010/main" val="29771286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6A158-40A7-6B2D-8D45-BDF8D4E13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noProof="0" dirty="0"/>
              <a:t>Možnosť zmeny vzhľadu hry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8B30A-611A-9420-8783-6E2E3C3B7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61440" cy="4351338"/>
          </a:xfrm>
        </p:spPr>
        <p:txBody>
          <a:bodyPr/>
          <a:lstStyle/>
          <a:p>
            <a:r>
              <a:rPr lang="sk-SK" noProof="0" dirty="0"/>
              <a:t>Výber z viacero pozadí</a:t>
            </a:r>
          </a:p>
          <a:p>
            <a:r>
              <a:rPr lang="sk-SK" noProof="0" dirty="0"/>
              <a:t>Výber z viacero motívov zadnej strany karty</a:t>
            </a:r>
          </a:p>
          <a:p>
            <a:r>
              <a:rPr lang="sk-SK" noProof="0" dirty="0"/>
              <a:t>Pridanie vlastných dizajnov, bez zmeny kódu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341250-7B84-7973-F1DC-C29708620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640" y="1455575"/>
            <a:ext cx="5767039" cy="5340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324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86458-6037-628E-29E8-2AA707C17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noProof="0" dirty="0"/>
              <a:t>Stiahnutie hry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6FB51-3ABE-98DA-B755-D09BD1E7B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139" y="2141537"/>
            <a:ext cx="10515600" cy="4351338"/>
          </a:xfrm>
        </p:spPr>
        <p:txBody>
          <a:bodyPr>
            <a:normAutofit/>
          </a:bodyPr>
          <a:lstStyle/>
          <a:p>
            <a:r>
              <a:rPr lang="en-GB" noProof="0" dirty="0"/>
              <a:t>Inno Setup Compiler (</a:t>
            </a:r>
            <a:r>
              <a:rPr lang="en-GB" noProof="0" dirty="0" err="1"/>
              <a:t>inštalačka</a:t>
            </a:r>
            <a:r>
              <a:rPr lang="en-GB" noProof="0" dirty="0"/>
              <a:t>)</a:t>
            </a:r>
          </a:p>
          <a:p>
            <a:r>
              <a:rPr lang="en-GB" dirty="0"/>
              <a:t>Itch.io (</a:t>
            </a:r>
            <a:r>
              <a:rPr lang="en-GB" dirty="0" err="1"/>
              <a:t>zadarmo</a:t>
            </a:r>
            <a:r>
              <a:rPr lang="en-GB" dirty="0"/>
              <a:t>)</a:t>
            </a:r>
          </a:p>
          <a:p>
            <a:r>
              <a:rPr lang="en-GB" noProof="0"/>
              <a:t>GitHub (Open source)</a:t>
            </a:r>
            <a:endParaRPr lang="sk-SK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4FE96D-FF99-14BF-6A76-AE0434207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7762" y="1901094"/>
            <a:ext cx="5948099" cy="4591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4566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lokTextu 5">
            <a:extLst>
              <a:ext uri="{FF2B5EF4-FFF2-40B4-BE49-F238E27FC236}">
                <a16:creationId xmlns:a16="http://schemas.microsoft.com/office/drawing/2014/main" id="{08597A8F-7FB2-4750-B896-0FAD63F62091}"/>
              </a:ext>
            </a:extLst>
          </p:cNvPr>
          <p:cNvSpPr txBox="1"/>
          <p:nvPr/>
        </p:nvSpPr>
        <p:spPr>
          <a:xfrm>
            <a:off x="639288" y="2921168"/>
            <a:ext cx="109134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6000" noProof="0" dirty="0"/>
              <a:t>Ukážka výsledného produktu</a:t>
            </a:r>
          </a:p>
        </p:txBody>
      </p:sp>
    </p:spTree>
    <p:extLst>
      <p:ext uri="{BB962C8B-B14F-4D97-AF65-F5344CB8AC3E}">
        <p14:creationId xmlns:p14="http://schemas.microsoft.com/office/powerpoint/2010/main" val="529435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lokTextu 5">
            <a:extLst>
              <a:ext uri="{FF2B5EF4-FFF2-40B4-BE49-F238E27FC236}">
                <a16:creationId xmlns:a16="http://schemas.microsoft.com/office/drawing/2014/main" id="{08597A8F-7FB2-4750-B896-0FAD63F62091}"/>
              </a:ext>
            </a:extLst>
          </p:cNvPr>
          <p:cNvSpPr txBox="1"/>
          <p:nvPr/>
        </p:nvSpPr>
        <p:spPr>
          <a:xfrm>
            <a:off x="639288" y="2921168"/>
            <a:ext cx="109134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6000" noProof="0" dirty="0"/>
              <a:t>Priestor na Vaše otázky</a:t>
            </a:r>
          </a:p>
        </p:txBody>
      </p:sp>
    </p:spTree>
    <p:extLst>
      <p:ext uri="{BB962C8B-B14F-4D97-AF65-F5344CB8AC3E}">
        <p14:creationId xmlns:p14="http://schemas.microsoft.com/office/powerpoint/2010/main" val="21186930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FC933B9-1FF0-436D-9B23-FE9F8B913E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noProof="0" dirty="0"/>
              <a:t>Ďakujem za pozornosť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E8420DC3-1AE8-41D9-A982-53B4B8E165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k-SK" noProof="0" dirty="0"/>
              <a:t>Autor: Šimon Šrobár</a:t>
            </a:r>
          </a:p>
        </p:txBody>
      </p:sp>
    </p:spTree>
    <p:extLst>
      <p:ext uri="{BB962C8B-B14F-4D97-AF65-F5344CB8AC3E}">
        <p14:creationId xmlns:p14="http://schemas.microsoft.com/office/powerpoint/2010/main" val="3581180206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1179</TotalTime>
  <Words>303</Words>
  <Application>Microsoft Office PowerPoint</Application>
  <PresentationFormat>Widescreen</PresentationFormat>
  <Paragraphs>56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Motív Office</vt:lpstr>
      <vt:lpstr>„Grafická aplikácia sieťovej hry“  Praktická časť odbornej zložky MS</vt:lpstr>
      <vt:lpstr>O čom je tento projekt?</vt:lpstr>
      <vt:lpstr>Najdôležitejšie aktivity</vt:lpstr>
      <vt:lpstr>Interakcia používateľa s UI - Klient</vt:lpstr>
      <vt:lpstr>Sieťová komunikácia</vt:lpstr>
      <vt:lpstr>Herná logika - Server</vt:lpstr>
      <vt:lpstr>Prínosy práce</vt:lpstr>
      <vt:lpstr>Osobný prínos</vt:lpstr>
      <vt:lpstr>Prínos pre používateľa</vt:lpstr>
      <vt:lpstr>Plnenie cieľov projektu</vt:lpstr>
      <vt:lpstr>Pripájanie na server</vt:lpstr>
      <vt:lpstr>Funkčnosť špeciálnych kariet</vt:lpstr>
      <vt:lpstr>Možnosť zmeny vzhľadu hry</vt:lpstr>
      <vt:lpstr>Stiahnutie hry</vt:lpstr>
      <vt:lpstr>PowerPoint Presentation</vt:lpstr>
      <vt:lpstr>PowerPoint Presentation</vt:lpstr>
      <vt:lpstr>Ďakujem za pozornosť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“Téma projektu“ – aktuálny stav</dc:title>
  <dc:creator>Mgr. Ján Vavrek</dc:creator>
  <cp:lastModifiedBy>Šrobár Šimon</cp:lastModifiedBy>
  <cp:revision>44</cp:revision>
  <dcterms:created xsi:type="dcterms:W3CDTF">2021-01-11T14:43:43Z</dcterms:created>
  <dcterms:modified xsi:type="dcterms:W3CDTF">2026-05-10T11:52:26Z</dcterms:modified>
</cp:coreProperties>
</file>